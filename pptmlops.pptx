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1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101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56A25-72FA-45D3-8DF7-E53D9188577E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EACBB-7947-40BB-9773-153863D43503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38985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56A25-72FA-45D3-8DF7-E53D9188577E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EACBB-7947-40BB-9773-153863D435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63141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56A25-72FA-45D3-8DF7-E53D9188577E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EACBB-7947-40BB-9773-153863D43503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94979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56A25-72FA-45D3-8DF7-E53D9188577E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EACBB-7947-40BB-9773-153863D435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0224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56A25-72FA-45D3-8DF7-E53D9188577E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EACBB-7947-40BB-9773-153863D435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65928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56A25-72FA-45D3-8DF7-E53D9188577E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EACBB-7947-40BB-9773-153863D435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960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56A25-72FA-45D3-8DF7-E53D9188577E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EACBB-7947-40BB-9773-153863D435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03457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0356A25-72FA-45D3-8DF7-E53D9188577E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87EACBB-7947-40BB-9773-153863D435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5941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56A25-72FA-45D3-8DF7-E53D9188577E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EACBB-7947-40BB-9773-153863D435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6862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56A25-72FA-45D3-8DF7-E53D9188577E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EACBB-7947-40BB-9773-153863D435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32576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56A25-72FA-45D3-8DF7-E53D9188577E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EACBB-7947-40BB-9773-153863D435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9034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0356A25-72FA-45D3-8DF7-E53D9188577E}" type="datetimeFigureOut">
              <a:rPr lang="en-IN" smtClean="0"/>
              <a:t>15-06-2026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F87EACBB-7947-40BB-9773-153863D43503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3668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E3A751-322A-3C4C-5BEC-A49EA3F19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D80572-BE4D-D9DA-2BC5-614EB82376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9582"/>
            <a:ext cx="10058400" cy="4019512"/>
          </a:xfrm>
        </p:spPr>
        <p:txBody>
          <a:bodyPr>
            <a:normAutofit/>
          </a:bodyPr>
          <a:lstStyle/>
          <a:p>
            <a:endParaRPr lang="en-IN" dirty="0"/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Title:</a:t>
            </a:r>
            <a:b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 By: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4397F45-8A95-DD51-6B78-4E6AAF9D5A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0457" y="210539"/>
            <a:ext cx="9092045" cy="1158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6959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680D88-48A5-FBBF-9238-9DE0D66C6B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953490"/>
            <a:ext cx="10058400" cy="3915603"/>
          </a:xfrm>
        </p:spPr>
        <p:txBody>
          <a:bodyPr>
            <a:normAutofit lnSpcReduction="10000"/>
          </a:bodyPr>
          <a:lstStyle/>
          <a:p>
            <a:r>
              <a:rPr lang="en-IN" b="1" dirty="0"/>
              <a:t>Slide 1: Title &amp; Project Abstract</a:t>
            </a:r>
          </a:p>
          <a:p>
            <a:r>
              <a:rPr lang="en-IN" b="1" dirty="0"/>
              <a:t>Slide 2: Problem Statement &amp; Engineering Context</a:t>
            </a:r>
          </a:p>
          <a:p>
            <a:r>
              <a:rPr lang="en-IN" b="1" dirty="0"/>
              <a:t>Slide 3: Pipeline System Architecture</a:t>
            </a:r>
          </a:p>
          <a:p>
            <a:r>
              <a:rPr lang="en-IN" b="1" dirty="0"/>
              <a:t>Slide 4: Data Engineering Pipeline</a:t>
            </a:r>
          </a:p>
          <a:p>
            <a:r>
              <a:rPr lang="en-IN" b="1" dirty="0"/>
              <a:t>Slide 5: Challenges &amp; Solutions</a:t>
            </a:r>
          </a:p>
          <a:p>
            <a:r>
              <a:rPr lang="en-IN" b="1" dirty="0"/>
              <a:t>Slide 6: Containerization &amp; Model Serving</a:t>
            </a:r>
          </a:p>
          <a:p>
            <a:r>
              <a:rPr lang="en-IN" b="1" dirty="0"/>
              <a:t>Slide 7: Monitoring UI &amp; Client Interface</a:t>
            </a:r>
          </a:p>
          <a:p>
            <a:r>
              <a:rPr lang="en-IN" b="1" dirty="0"/>
              <a:t>Slide 8: Core Technical Challenges &amp; Debugging</a:t>
            </a:r>
          </a:p>
          <a:p>
            <a:r>
              <a:rPr lang="en-IN" b="1" dirty="0"/>
              <a:t>Slide 9: Development &amp; Iteration Roadmap</a:t>
            </a:r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D3C9015-BFA2-1D32-29A5-945F50C7DE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0457" y="210539"/>
            <a:ext cx="9092045" cy="1158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1504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E6DA65-2189-9307-A666-6CDD17FC2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40EA25-A8C0-4F28-930A-6D55A8BF9F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953490"/>
            <a:ext cx="10058400" cy="3915603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8E75509-C512-6AA3-93FD-16933FFE3E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0457" y="210539"/>
            <a:ext cx="9092045" cy="1158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6538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D2770-4BE5-0475-9FC1-8D6397F2E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087732-DCAD-BC63-A2C0-B051369AE2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953490"/>
            <a:ext cx="10058400" cy="3915603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655F560-6A10-770D-B5FB-3FC40BBEA5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0457" y="210539"/>
            <a:ext cx="9092045" cy="1158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8000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3788F-F634-4E33-0465-6ACD5E1AD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B7A4CB-031F-24D6-E5F4-CC9B3ED820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953490"/>
            <a:ext cx="10058400" cy="3915603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4279C83-CAAE-BA4D-23B2-C3B89B92D7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0457" y="210539"/>
            <a:ext cx="9092045" cy="1158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598057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18</TotalTime>
  <Words>70</Words>
  <Application>Microsoft Office PowerPoint</Application>
  <PresentationFormat>Widescreen</PresentationFormat>
  <Paragraphs>14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Calibri</vt:lpstr>
      <vt:lpstr>Calibri Light</vt:lpstr>
      <vt:lpstr>Times New Roman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Shreyas Pagare</dc:creator>
  <cp:lastModifiedBy>Shreyas Pagare</cp:lastModifiedBy>
  <cp:revision>1</cp:revision>
  <dcterms:created xsi:type="dcterms:W3CDTF">2026-06-15T15:12:06Z</dcterms:created>
  <dcterms:modified xsi:type="dcterms:W3CDTF">2026-06-15T15:30:58Z</dcterms:modified>
</cp:coreProperties>
</file>